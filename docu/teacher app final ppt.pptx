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Montserrat Bold" panose="020B0604020202020204" charset="0"/>
      <p:regular r:id="rId20"/>
    </p:embeddedFont>
    <p:embeddedFont>
      <p:font typeface="Open Sauce Bold" panose="020B0604020202020204" charset="0"/>
      <p:regular r:id="rId21"/>
    </p:embeddedFont>
    <p:embeddedFont>
      <p:font typeface="Telegraf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813357">
            <a:off x="11527946" y="-2174881"/>
            <a:ext cx="6853137" cy="7111746"/>
          </a:xfrm>
          <a:custGeom>
            <a:avLst/>
            <a:gdLst/>
            <a:ahLst/>
            <a:cxnLst/>
            <a:rect l="l" t="t" r="r" b="b"/>
            <a:pathLst>
              <a:path w="6853137" h="7111746">
                <a:moveTo>
                  <a:pt x="0" y="0"/>
                </a:moveTo>
                <a:lnTo>
                  <a:pt x="6853136" y="0"/>
                </a:lnTo>
                <a:lnTo>
                  <a:pt x="6853136" y="7111746"/>
                </a:lnTo>
                <a:lnTo>
                  <a:pt x="0" y="7111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4813357" flipH="1" flipV="1">
            <a:off x="-938348" y="4720941"/>
            <a:ext cx="6853137" cy="7111746"/>
          </a:xfrm>
          <a:custGeom>
            <a:avLst/>
            <a:gdLst/>
            <a:ahLst/>
            <a:cxnLst/>
            <a:rect l="l" t="t" r="r" b="b"/>
            <a:pathLst>
              <a:path w="6853137" h="7111746">
                <a:moveTo>
                  <a:pt x="6853137" y="7111746"/>
                </a:moveTo>
                <a:lnTo>
                  <a:pt x="0" y="7111746"/>
                </a:lnTo>
                <a:lnTo>
                  <a:pt x="0" y="0"/>
                </a:lnTo>
                <a:lnTo>
                  <a:pt x="6853137" y="0"/>
                </a:lnTo>
                <a:lnTo>
                  <a:pt x="6853137" y="7111746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106201" y="1975645"/>
            <a:ext cx="11917393" cy="6838584"/>
            <a:chOff x="0" y="0"/>
            <a:chExt cx="15889858" cy="9118112"/>
          </a:xfrm>
        </p:grpSpPr>
        <p:sp>
          <p:nvSpPr>
            <p:cNvPr id="5" name="TextBox 5"/>
            <p:cNvSpPr txBox="1"/>
            <p:nvPr/>
          </p:nvSpPr>
          <p:spPr>
            <a:xfrm>
              <a:off x="0" y="266700"/>
              <a:ext cx="12967573" cy="61409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7510"/>
                </a:lnSpc>
              </a:pPr>
              <a:r>
                <a:rPr lang="en-US" sz="17000" b="1" spc="-510">
                  <a:solidFill>
                    <a:srgbClr val="F8C95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Teacher App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7623872"/>
              <a:ext cx="15889858" cy="1494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303"/>
                </a:lnSpc>
              </a:pPr>
              <a:r>
                <a:rPr lang="en-US" sz="6840" b="1" spc="738" dirty="0">
                  <a:solidFill>
                    <a:srgbClr val="FCFC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COLLEGIO DE ALICIA</a:t>
              </a:r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839886" y="604043"/>
            <a:ext cx="4654846" cy="9210413"/>
            <a:chOff x="0" y="0"/>
            <a:chExt cx="2620010" cy="5184140"/>
          </a:xfrm>
        </p:grpSpPr>
        <p:sp>
          <p:nvSpPr>
            <p:cNvPr id="8" name="Freeform 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1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t="-4566" r="-3063" b="-1416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687802" flipV="1">
            <a:off x="15580525" y="-1934154"/>
            <a:ext cx="5659188" cy="5872742"/>
          </a:xfrm>
          <a:custGeom>
            <a:avLst/>
            <a:gdLst/>
            <a:ahLst/>
            <a:cxnLst/>
            <a:rect l="l" t="t" r="r" b="b"/>
            <a:pathLst>
              <a:path w="5659188" h="5872742">
                <a:moveTo>
                  <a:pt x="0" y="5872742"/>
                </a:moveTo>
                <a:lnTo>
                  <a:pt x="5659187" y="5872742"/>
                </a:lnTo>
                <a:lnTo>
                  <a:pt x="5659187" y="0"/>
                </a:lnTo>
                <a:lnTo>
                  <a:pt x="0" y="0"/>
                </a:lnTo>
                <a:lnTo>
                  <a:pt x="0" y="5872742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560322" flipV="1">
            <a:off x="9288407" y="4580267"/>
            <a:ext cx="6236161" cy="6471488"/>
          </a:xfrm>
          <a:custGeom>
            <a:avLst/>
            <a:gdLst/>
            <a:ahLst/>
            <a:cxnLst/>
            <a:rect l="l" t="t" r="r" b="b"/>
            <a:pathLst>
              <a:path w="6236161" h="6471488">
                <a:moveTo>
                  <a:pt x="0" y="6471488"/>
                </a:moveTo>
                <a:lnTo>
                  <a:pt x="6236161" y="6471488"/>
                </a:lnTo>
                <a:lnTo>
                  <a:pt x="6236161" y="0"/>
                </a:lnTo>
                <a:lnTo>
                  <a:pt x="0" y="0"/>
                </a:lnTo>
                <a:lnTo>
                  <a:pt x="0" y="6471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42500" y="3243985"/>
            <a:ext cx="10263691" cy="381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4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 IN</a:t>
            </a:r>
          </a:p>
          <a:p>
            <a:pPr marL="0" lvl="0" indent="0" algn="l">
              <a:lnSpc>
                <a:spcPts val="1494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ACCOUNT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1874108" y="659353"/>
            <a:ext cx="4626893" cy="9155103"/>
            <a:chOff x="0" y="0"/>
            <a:chExt cx="2620010" cy="5184140"/>
          </a:xfrm>
        </p:grpSpPr>
        <p:sp>
          <p:nvSpPr>
            <p:cNvPr id="6" name="Freeform 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t="-1273" b="-1273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82094">
            <a:off x="641489" y="-3001742"/>
            <a:ext cx="6663751" cy="6915213"/>
          </a:xfrm>
          <a:custGeom>
            <a:avLst/>
            <a:gdLst/>
            <a:ahLst/>
            <a:cxnLst/>
            <a:rect l="l" t="t" r="r" b="b"/>
            <a:pathLst>
              <a:path w="6663751" h="6915213">
                <a:moveTo>
                  <a:pt x="0" y="0"/>
                </a:moveTo>
                <a:lnTo>
                  <a:pt x="6663750" y="0"/>
                </a:lnTo>
                <a:lnTo>
                  <a:pt x="6663750" y="6915213"/>
                </a:lnTo>
                <a:lnTo>
                  <a:pt x="0" y="69152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9292280">
            <a:off x="10474205" y="5868445"/>
            <a:ext cx="7920086" cy="8218958"/>
          </a:xfrm>
          <a:custGeom>
            <a:avLst/>
            <a:gdLst/>
            <a:ahLst/>
            <a:cxnLst/>
            <a:rect l="l" t="t" r="r" b="b"/>
            <a:pathLst>
              <a:path w="7920086" h="8218958">
                <a:moveTo>
                  <a:pt x="0" y="0"/>
                </a:moveTo>
                <a:lnTo>
                  <a:pt x="7920086" y="0"/>
                </a:lnTo>
                <a:lnTo>
                  <a:pt x="7920086" y="8218957"/>
                </a:lnTo>
                <a:lnTo>
                  <a:pt x="0" y="8218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5846204" y="2389135"/>
            <a:ext cx="18552502" cy="33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9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marL="0" lvl="0" indent="0" algn="ctr">
              <a:lnSpc>
                <a:spcPts val="1299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01320" y="2427694"/>
            <a:ext cx="18552502" cy="33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9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marL="0" lvl="0" indent="0" algn="ctr">
              <a:lnSpc>
                <a:spcPts val="1299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BOARD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467599" y="36647"/>
            <a:ext cx="5180199" cy="10249914"/>
            <a:chOff x="0" y="0"/>
            <a:chExt cx="2620010" cy="5184140"/>
          </a:xfrm>
        </p:grpSpPr>
        <p:sp>
          <p:nvSpPr>
            <p:cNvPr id="7" name="Freeform 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t="-1273" b="-1273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396111">
            <a:off x="-517527" y="5654411"/>
            <a:ext cx="6380517" cy="6621291"/>
          </a:xfrm>
          <a:custGeom>
            <a:avLst/>
            <a:gdLst/>
            <a:ahLst/>
            <a:cxnLst/>
            <a:rect l="l" t="t" r="r" b="b"/>
            <a:pathLst>
              <a:path w="6380517" h="6621291">
                <a:moveTo>
                  <a:pt x="0" y="0"/>
                </a:moveTo>
                <a:lnTo>
                  <a:pt x="6380517" y="0"/>
                </a:lnTo>
                <a:lnTo>
                  <a:pt x="6380517" y="6621291"/>
                </a:lnTo>
                <a:lnTo>
                  <a:pt x="0" y="6621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139404" flipV="1">
            <a:off x="12424774" y="5416212"/>
            <a:ext cx="6380517" cy="6621291"/>
          </a:xfrm>
          <a:custGeom>
            <a:avLst/>
            <a:gdLst/>
            <a:ahLst/>
            <a:cxnLst/>
            <a:rect l="l" t="t" r="r" b="b"/>
            <a:pathLst>
              <a:path w="6380517" h="6621291">
                <a:moveTo>
                  <a:pt x="0" y="6621291"/>
                </a:moveTo>
                <a:lnTo>
                  <a:pt x="6380517" y="6621291"/>
                </a:lnTo>
                <a:lnTo>
                  <a:pt x="6380517" y="0"/>
                </a:lnTo>
                <a:lnTo>
                  <a:pt x="0" y="0"/>
                </a:lnTo>
                <a:lnTo>
                  <a:pt x="0" y="6621291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96016" y="615704"/>
            <a:ext cx="15562094" cy="198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299"/>
              </a:lnSpc>
            </a:pPr>
            <a:r>
              <a:rPr lang="en-US" sz="12999" b="1" spc="675">
                <a:solidFill>
                  <a:srgbClr val="D4AF37"/>
                </a:solidFill>
                <a:latin typeface="Telegraf Bold"/>
                <a:ea typeface="Telegraf Bold"/>
                <a:cs typeface="Telegraf Bold"/>
                <a:sym typeface="Telegraf Bold"/>
              </a:rPr>
              <a:t>WHAT’S MORE?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6307898" y="4398350"/>
            <a:ext cx="5841795" cy="11558995"/>
            <a:chOff x="0" y="0"/>
            <a:chExt cx="2620010" cy="5184140"/>
          </a:xfrm>
        </p:grpSpPr>
        <p:sp>
          <p:nvSpPr>
            <p:cNvPr id="6" name="Freeform 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9953" t="-44812" r="-20406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103897" y="92730"/>
            <a:ext cx="5172871" cy="10235413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273" b="-1273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631069" y="3227722"/>
            <a:ext cx="13123393" cy="409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49"/>
              </a:lnSpc>
            </a:pPr>
            <a:r>
              <a:rPr lang="en-US" sz="12999" b="1" spc="-1065">
                <a:solidFill>
                  <a:srgbClr val="D4AF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Faculty</a:t>
            </a:r>
          </a:p>
          <a:p>
            <a:pPr marL="0" lvl="0" indent="0" algn="l">
              <a:lnSpc>
                <a:spcPts val="16249"/>
              </a:lnSpc>
            </a:pPr>
            <a:r>
              <a:rPr lang="en-US" sz="12999" b="1" spc="-1065">
                <a:solidFill>
                  <a:srgbClr val="D4AF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Schedule</a:t>
            </a:r>
          </a:p>
        </p:txBody>
      </p:sp>
      <p:sp>
        <p:nvSpPr>
          <p:cNvPr id="13" name="Freeform 13"/>
          <p:cNvSpPr/>
          <p:nvPr/>
        </p:nvSpPr>
        <p:spPr>
          <a:xfrm rot="5560322" flipV="1">
            <a:off x="14845287" y="6069350"/>
            <a:ext cx="4828026" cy="5010216"/>
          </a:xfrm>
          <a:custGeom>
            <a:avLst/>
            <a:gdLst/>
            <a:ahLst/>
            <a:cxnLst/>
            <a:rect l="l" t="t" r="r" b="b"/>
            <a:pathLst>
              <a:path w="4828026" h="5010216">
                <a:moveTo>
                  <a:pt x="0" y="5010215"/>
                </a:moveTo>
                <a:lnTo>
                  <a:pt x="4828026" y="5010215"/>
                </a:lnTo>
                <a:lnTo>
                  <a:pt x="4828026" y="0"/>
                </a:lnTo>
                <a:lnTo>
                  <a:pt x="0" y="0"/>
                </a:lnTo>
                <a:lnTo>
                  <a:pt x="0" y="5010215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554621" flipV="1">
            <a:off x="14744096" y="-1183244"/>
            <a:ext cx="4828026" cy="5010216"/>
          </a:xfrm>
          <a:custGeom>
            <a:avLst/>
            <a:gdLst/>
            <a:ahLst/>
            <a:cxnLst/>
            <a:rect l="l" t="t" r="r" b="b"/>
            <a:pathLst>
              <a:path w="4828026" h="5010216">
                <a:moveTo>
                  <a:pt x="0" y="5010216"/>
                </a:moveTo>
                <a:lnTo>
                  <a:pt x="4828027" y="5010216"/>
                </a:lnTo>
                <a:lnTo>
                  <a:pt x="4828027" y="0"/>
                </a:lnTo>
                <a:lnTo>
                  <a:pt x="0" y="0"/>
                </a:lnTo>
                <a:lnTo>
                  <a:pt x="0" y="5010216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804130" y="68164"/>
            <a:ext cx="5109328" cy="10109683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273" b="-1273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65048" y="2881372"/>
            <a:ext cx="11272544" cy="615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49"/>
              </a:lnSpc>
            </a:pPr>
            <a:r>
              <a:rPr lang="en-US" sz="12999" b="1" spc="-1065">
                <a:solidFill>
                  <a:srgbClr val="D4AF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Grade</a:t>
            </a:r>
          </a:p>
          <a:p>
            <a:pPr algn="l">
              <a:lnSpc>
                <a:spcPts val="16249"/>
              </a:lnSpc>
            </a:pPr>
            <a:r>
              <a:rPr lang="en-US" sz="12999" b="1" spc="-1065">
                <a:solidFill>
                  <a:srgbClr val="D4AF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Management</a:t>
            </a:r>
          </a:p>
          <a:p>
            <a:pPr marL="0" lvl="0" indent="0" algn="l">
              <a:lnSpc>
                <a:spcPts val="16249"/>
              </a:lnSpc>
            </a:pPr>
            <a:endParaRPr lang="en-US" sz="12999" b="1" spc="-1065">
              <a:solidFill>
                <a:srgbClr val="D4AF37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3" name="Freeform 13"/>
          <p:cNvSpPr/>
          <p:nvPr/>
        </p:nvSpPr>
        <p:spPr>
          <a:xfrm rot="5560322" flipV="1">
            <a:off x="15178481" y="6295613"/>
            <a:ext cx="4828026" cy="5010216"/>
          </a:xfrm>
          <a:custGeom>
            <a:avLst/>
            <a:gdLst/>
            <a:ahLst/>
            <a:cxnLst/>
            <a:rect l="l" t="t" r="r" b="b"/>
            <a:pathLst>
              <a:path w="4828026" h="5010216">
                <a:moveTo>
                  <a:pt x="0" y="5010216"/>
                </a:moveTo>
                <a:lnTo>
                  <a:pt x="4828027" y="5010216"/>
                </a:lnTo>
                <a:lnTo>
                  <a:pt x="4828027" y="0"/>
                </a:lnTo>
                <a:lnTo>
                  <a:pt x="0" y="0"/>
                </a:lnTo>
                <a:lnTo>
                  <a:pt x="0" y="5010216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554621" flipV="1">
            <a:off x="15167834" y="-1069301"/>
            <a:ext cx="4828026" cy="5010216"/>
          </a:xfrm>
          <a:custGeom>
            <a:avLst/>
            <a:gdLst/>
            <a:ahLst/>
            <a:cxnLst/>
            <a:rect l="l" t="t" r="r" b="b"/>
            <a:pathLst>
              <a:path w="4828026" h="5010216">
                <a:moveTo>
                  <a:pt x="0" y="5010216"/>
                </a:moveTo>
                <a:lnTo>
                  <a:pt x="4828026" y="5010216"/>
                </a:lnTo>
                <a:lnTo>
                  <a:pt x="4828026" y="0"/>
                </a:lnTo>
                <a:lnTo>
                  <a:pt x="0" y="0"/>
                </a:lnTo>
                <a:lnTo>
                  <a:pt x="0" y="5010216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059943" y="69567"/>
            <a:ext cx="5297447" cy="10481910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273" b="-1273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65454" y="3182679"/>
            <a:ext cx="13123393" cy="615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49"/>
              </a:lnSpc>
            </a:pPr>
            <a:r>
              <a:rPr lang="en-US" sz="12999" b="1" spc="-1065">
                <a:solidFill>
                  <a:srgbClr val="D4AF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Attendance </a:t>
            </a:r>
          </a:p>
          <a:p>
            <a:pPr algn="l">
              <a:lnSpc>
                <a:spcPts val="16249"/>
              </a:lnSpc>
            </a:pPr>
            <a:r>
              <a:rPr lang="en-US" sz="12999" b="1" spc="-1065">
                <a:solidFill>
                  <a:srgbClr val="D4AF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Management</a:t>
            </a:r>
          </a:p>
          <a:p>
            <a:pPr marL="0" lvl="0" indent="0" algn="l">
              <a:lnSpc>
                <a:spcPts val="16249"/>
              </a:lnSpc>
            </a:pPr>
            <a:endParaRPr lang="en-US" sz="12999" b="1" spc="-1065">
              <a:solidFill>
                <a:srgbClr val="D4AF37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3" name="Freeform 13"/>
          <p:cNvSpPr/>
          <p:nvPr/>
        </p:nvSpPr>
        <p:spPr>
          <a:xfrm rot="5560322" flipV="1">
            <a:off x="15597784" y="6162817"/>
            <a:ext cx="4544527" cy="4716018"/>
          </a:xfrm>
          <a:custGeom>
            <a:avLst/>
            <a:gdLst/>
            <a:ahLst/>
            <a:cxnLst/>
            <a:rect l="l" t="t" r="r" b="b"/>
            <a:pathLst>
              <a:path w="4544527" h="4716018">
                <a:moveTo>
                  <a:pt x="0" y="4716019"/>
                </a:moveTo>
                <a:lnTo>
                  <a:pt x="4544526" y="4716019"/>
                </a:lnTo>
                <a:lnTo>
                  <a:pt x="4544526" y="0"/>
                </a:lnTo>
                <a:lnTo>
                  <a:pt x="0" y="0"/>
                </a:lnTo>
                <a:lnTo>
                  <a:pt x="0" y="4716019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1172224" flipV="1">
            <a:off x="15444237" y="-1329309"/>
            <a:ext cx="4544527" cy="4716018"/>
          </a:xfrm>
          <a:custGeom>
            <a:avLst/>
            <a:gdLst/>
            <a:ahLst/>
            <a:cxnLst/>
            <a:rect l="l" t="t" r="r" b="b"/>
            <a:pathLst>
              <a:path w="4544527" h="4716018">
                <a:moveTo>
                  <a:pt x="0" y="4716018"/>
                </a:moveTo>
                <a:lnTo>
                  <a:pt x="4544526" y="4716018"/>
                </a:lnTo>
                <a:lnTo>
                  <a:pt x="4544526" y="0"/>
                </a:lnTo>
                <a:lnTo>
                  <a:pt x="0" y="0"/>
                </a:lnTo>
                <a:lnTo>
                  <a:pt x="0" y="4716018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049312" y="-29918"/>
            <a:ext cx="5194401" cy="10278014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273" b="-1273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302829" y="3000128"/>
            <a:ext cx="13123393" cy="615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49"/>
              </a:lnSpc>
            </a:pPr>
            <a:r>
              <a:rPr lang="en-US" sz="12999" b="1" spc="-1065">
                <a:solidFill>
                  <a:srgbClr val="D4AF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Collaborative </a:t>
            </a:r>
          </a:p>
          <a:p>
            <a:pPr algn="l">
              <a:lnSpc>
                <a:spcPts val="16249"/>
              </a:lnSpc>
            </a:pPr>
            <a:r>
              <a:rPr lang="en-US" sz="12999" b="1" spc="-1065">
                <a:solidFill>
                  <a:srgbClr val="D4AF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Messaging </a:t>
            </a:r>
          </a:p>
          <a:p>
            <a:pPr marL="0" lvl="0" indent="0" algn="l">
              <a:lnSpc>
                <a:spcPts val="16249"/>
              </a:lnSpc>
            </a:pPr>
            <a:endParaRPr lang="en-US" sz="12999" b="1" spc="-1065">
              <a:solidFill>
                <a:srgbClr val="D4AF37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3" name="Freeform 13"/>
          <p:cNvSpPr/>
          <p:nvPr/>
        </p:nvSpPr>
        <p:spPr>
          <a:xfrm rot="5560322" flipV="1">
            <a:off x="15302487" y="6526550"/>
            <a:ext cx="4828026" cy="5010216"/>
          </a:xfrm>
          <a:custGeom>
            <a:avLst/>
            <a:gdLst/>
            <a:ahLst/>
            <a:cxnLst/>
            <a:rect l="l" t="t" r="r" b="b"/>
            <a:pathLst>
              <a:path w="4828026" h="5010216">
                <a:moveTo>
                  <a:pt x="0" y="5010215"/>
                </a:moveTo>
                <a:lnTo>
                  <a:pt x="4828026" y="5010215"/>
                </a:lnTo>
                <a:lnTo>
                  <a:pt x="4828026" y="0"/>
                </a:lnTo>
                <a:lnTo>
                  <a:pt x="0" y="0"/>
                </a:lnTo>
                <a:lnTo>
                  <a:pt x="0" y="5010215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235474" flipV="1">
            <a:off x="15267374" y="-915438"/>
            <a:ext cx="4828026" cy="5010216"/>
          </a:xfrm>
          <a:custGeom>
            <a:avLst/>
            <a:gdLst/>
            <a:ahLst/>
            <a:cxnLst/>
            <a:rect l="l" t="t" r="r" b="b"/>
            <a:pathLst>
              <a:path w="4828026" h="5010216">
                <a:moveTo>
                  <a:pt x="0" y="5010216"/>
                </a:moveTo>
                <a:lnTo>
                  <a:pt x="4828026" y="5010216"/>
                </a:lnTo>
                <a:lnTo>
                  <a:pt x="4828026" y="0"/>
                </a:lnTo>
                <a:lnTo>
                  <a:pt x="0" y="0"/>
                </a:lnTo>
                <a:lnTo>
                  <a:pt x="0" y="5010216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459325" flipV="1">
            <a:off x="-1839835" y="6088172"/>
            <a:ext cx="4428712" cy="4595833"/>
          </a:xfrm>
          <a:custGeom>
            <a:avLst/>
            <a:gdLst/>
            <a:ahLst/>
            <a:cxnLst/>
            <a:rect l="l" t="t" r="r" b="b"/>
            <a:pathLst>
              <a:path w="4428712" h="4595833">
                <a:moveTo>
                  <a:pt x="0" y="4595833"/>
                </a:moveTo>
                <a:lnTo>
                  <a:pt x="4428711" y="4595833"/>
                </a:lnTo>
                <a:lnTo>
                  <a:pt x="4428711" y="0"/>
                </a:lnTo>
                <a:lnTo>
                  <a:pt x="0" y="0"/>
                </a:lnTo>
                <a:lnTo>
                  <a:pt x="0" y="4595833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6489810" flipV="1">
            <a:off x="-1769017" y="-340987"/>
            <a:ext cx="4452613" cy="4620637"/>
          </a:xfrm>
          <a:custGeom>
            <a:avLst/>
            <a:gdLst/>
            <a:ahLst/>
            <a:cxnLst/>
            <a:rect l="l" t="t" r="r" b="b"/>
            <a:pathLst>
              <a:path w="4452613" h="4620637">
                <a:moveTo>
                  <a:pt x="0" y="4620637"/>
                </a:moveTo>
                <a:lnTo>
                  <a:pt x="4452613" y="4620637"/>
                </a:lnTo>
                <a:lnTo>
                  <a:pt x="4452613" y="0"/>
                </a:lnTo>
                <a:lnTo>
                  <a:pt x="0" y="0"/>
                </a:lnTo>
                <a:lnTo>
                  <a:pt x="0" y="4620637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3319709" y="149894"/>
            <a:ext cx="5068022" cy="10027953"/>
            <a:chOff x="0" y="0"/>
            <a:chExt cx="2620010" cy="5184140"/>
          </a:xfrm>
        </p:grpSpPr>
        <p:sp>
          <p:nvSpPr>
            <p:cNvPr id="5" name="Freeform 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58451" t="-2344" r="-161992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009397" y="1347722"/>
            <a:ext cx="15491931" cy="741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299"/>
              </a:lnSpc>
            </a:pPr>
            <a:r>
              <a:rPr lang="en-US" sz="12999" b="1" spc="675">
                <a:solidFill>
                  <a:srgbClr val="D4AF37"/>
                </a:solidFill>
                <a:latin typeface="Telegraf Bold"/>
                <a:ea typeface="Telegraf Bold"/>
                <a:cs typeface="Telegraf Bold"/>
                <a:sym typeface="Telegraf Bold"/>
              </a:rPr>
              <a:t>ON </a:t>
            </a:r>
          </a:p>
          <a:p>
            <a:pPr algn="just">
              <a:lnSpc>
                <a:spcPts val="14299"/>
              </a:lnSpc>
            </a:pPr>
            <a:r>
              <a:rPr lang="en-US" sz="12999" b="1" spc="675">
                <a:solidFill>
                  <a:srgbClr val="D4AF37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 </a:t>
            </a:r>
          </a:p>
          <a:p>
            <a:pPr algn="just">
              <a:lnSpc>
                <a:spcPts val="14299"/>
              </a:lnSpc>
            </a:pPr>
            <a:r>
              <a:rPr lang="en-US" sz="12999" b="1" spc="675">
                <a:solidFill>
                  <a:srgbClr val="D4AF37"/>
                </a:solidFill>
                <a:latin typeface="Telegraf Bold"/>
                <a:ea typeface="Telegraf Bold"/>
                <a:cs typeface="Telegraf Bold"/>
                <a:sym typeface="Telegraf Bold"/>
              </a:rPr>
              <a:t>SIDE </a:t>
            </a:r>
          </a:p>
          <a:p>
            <a:pPr marL="0" lvl="0" indent="0" algn="just">
              <a:lnSpc>
                <a:spcPts val="14299"/>
              </a:lnSpc>
            </a:pPr>
            <a:r>
              <a:rPr lang="en-US" sz="12999" b="1" spc="675">
                <a:solidFill>
                  <a:srgbClr val="D4AF37"/>
                </a:solidFill>
                <a:latin typeface="Telegraf Bold"/>
                <a:ea typeface="Telegraf Bold"/>
                <a:cs typeface="Telegraf Bold"/>
                <a:sym typeface="Telegraf Bold"/>
              </a:rPr>
              <a:t>MENU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459325" flipV="1">
            <a:off x="-1839835" y="6088172"/>
            <a:ext cx="4428712" cy="4595833"/>
          </a:xfrm>
          <a:custGeom>
            <a:avLst/>
            <a:gdLst/>
            <a:ahLst/>
            <a:cxnLst/>
            <a:rect l="l" t="t" r="r" b="b"/>
            <a:pathLst>
              <a:path w="4428712" h="4595833">
                <a:moveTo>
                  <a:pt x="0" y="4595833"/>
                </a:moveTo>
                <a:lnTo>
                  <a:pt x="4428711" y="4595833"/>
                </a:lnTo>
                <a:lnTo>
                  <a:pt x="4428711" y="0"/>
                </a:lnTo>
                <a:lnTo>
                  <a:pt x="0" y="0"/>
                </a:lnTo>
                <a:lnTo>
                  <a:pt x="0" y="4595833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6489810" flipV="1">
            <a:off x="-1769017" y="-340987"/>
            <a:ext cx="4452613" cy="4620637"/>
          </a:xfrm>
          <a:custGeom>
            <a:avLst/>
            <a:gdLst/>
            <a:ahLst/>
            <a:cxnLst/>
            <a:rect l="l" t="t" r="r" b="b"/>
            <a:pathLst>
              <a:path w="4452613" h="4620637">
                <a:moveTo>
                  <a:pt x="0" y="4620637"/>
                </a:moveTo>
                <a:lnTo>
                  <a:pt x="4452613" y="4620637"/>
                </a:lnTo>
                <a:lnTo>
                  <a:pt x="4452613" y="0"/>
                </a:lnTo>
                <a:lnTo>
                  <a:pt x="0" y="0"/>
                </a:lnTo>
                <a:lnTo>
                  <a:pt x="0" y="4620637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3319709" y="149894"/>
            <a:ext cx="5068022" cy="10027953"/>
            <a:chOff x="0" y="0"/>
            <a:chExt cx="2620010" cy="5184140"/>
          </a:xfrm>
        </p:grpSpPr>
        <p:sp>
          <p:nvSpPr>
            <p:cNvPr id="5" name="Freeform 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58451" t="-2344" r="-161992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8898661" y="2220650"/>
            <a:ext cx="15491931" cy="560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299"/>
              </a:lnSpc>
            </a:pPr>
            <a:r>
              <a:rPr lang="en-US" sz="12999" b="1" spc="675">
                <a:solidFill>
                  <a:srgbClr val="D4AF37"/>
                </a:solidFill>
                <a:latin typeface="Telegraf Bold"/>
                <a:ea typeface="Telegraf Bold"/>
                <a:cs typeface="Telegraf Bold"/>
                <a:sym typeface="Telegraf Bold"/>
              </a:rPr>
              <a:t>YOU CAN</a:t>
            </a:r>
          </a:p>
          <a:p>
            <a:pPr algn="just">
              <a:lnSpc>
                <a:spcPts val="14299"/>
              </a:lnSpc>
            </a:pPr>
            <a:r>
              <a:rPr lang="en-US" sz="12999" b="1" spc="675">
                <a:solidFill>
                  <a:srgbClr val="D4AF37"/>
                </a:solidFill>
                <a:latin typeface="Telegraf Bold"/>
                <a:ea typeface="Telegraf Bold"/>
                <a:cs typeface="Telegraf Bold"/>
                <a:sym typeface="Telegraf Bold"/>
              </a:rPr>
              <a:t>MANAGE</a:t>
            </a:r>
          </a:p>
          <a:p>
            <a:pPr marL="0" lvl="0" indent="0" algn="just">
              <a:lnSpc>
                <a:spcPts val="14299"/>
              </a:lnSpc>
            </a:pPr>
            <a:r>
              <a:rPr lang="en-US" sz="12999" b="1" spc="675">
                <a:solidFill>
                  <a:srgbClr val="D4AF37"/>
                </a:solidFill>
                <a:latin typeface="Telegraf Bold"/>
                <a:ea typeface="Telegraf Bold"/>
                <a:cs typeface="Telegraf Bold"/>
                <a:sym typeface="Telegraf Bold"/>
              </a:rPr>
              <a:t>YOUR...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11765" y="3603685"/>
            <a:ext cx="14328690" cy="5026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9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PERSONAL</a:t>
            </a:r>
          </a:p>
          <a:p>
            <a:pPr algn="l">
              <a:lnSpc>
                <a:spcPts val="1299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INFO</a:t>
            </a:r>
          </a:p>
          <a:p>
            <a:pPr marL="0" lvl="0" indent="0" algn="l">
              <a:lnSpc>
                <a:spcPts val="12999"/>
              </a:lnSpc>
            </a:pPr>
            <a:endParaRPr lang="en-US" sz="12999" b="1" spc="-389">
              <a:solidFill>
                <a:srgbClr val="F8C95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91895" y="101416"/>
            <a:ext cx="5076304" cy="10044339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273" b="-1273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sp>
        <p:nvSpPr>
          <p:cNvPr id="13" name="Freeform 13"/>
          <p:cNvSpPr/>
          <p:nvPr/>
        </p:nvSpPr>
        <p:spPr>
          <a:xfrm rot="9327549" flipV="1">
            <a:off x="12878293" y="-1496410"/>
            <a:ext cx="5431583" cy="5636548"/>
          </a:xfrm>
          <a:custGeom>
            <a:avLst/>
            <a:gdLst/>
            <a:ahLst/>
            <a:cxnLst/>
            <a:rect l="l" t="t" r="r" b="b"/>
            <a:pathLst>
              <a:path w="5431583" h="5636548">
                <a:moveTo>
                  <a:pt x="0" y="5636548"/>
                </a:moveTo>
                <a:lnTo>
                  <a:pt x="5431583" y="5636548"/>
                </a:lnTo>
                <a:lnTo>
                  <a:pt x="5431583" y="0"/>
                </a:lnTo>
                <a:lnTo>
                  <a:pt x="0" y="0"/>
                </a:lnTo>
                <a:lnTo>
                  <a:pt x="0" y="5636548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4580520" flipV="1">
            <a:off x="12917664" y="6393303"/>
            <a:ext cx="5325344" cy="5526301"/>
          </a:xfrm>
          <a:custGeom>
            <a:avLst/>
            <a:gdLst/>
            <a:ahLst/>
            <a:cxnLst/>
            <a:rect l="l" t="t" r="r" b="b"/>
            <a:pathLst>
              <a:path w="5325344" h="5526301">
                <a:moveTo>
                  <a:pt x="0" y="5526301"/>
                </a:moveTo>
                <a:lnTo>
                  <a:pt x="5325344" y="5526301"/>
                </a:lnTo>
                <a:lnTo>
                  <a:pt x="5325344" y="0"/>
                </a:lnTo>
                <a:lnTo>
                  <a:pt x="0" y="0"/>
                </a:lnTo>
                <a:lnTo>
                  <a:pt x="0" y="5526301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39264" y="177317"/>
            <a:ext cx="5014456" cy="9921963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273" b="-1273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6285317" y="3586918"/>
            <a:ext cx="14328690" cy="33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9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DEPARTMENT</a:t>
            </a:r>
          </a:p>
          <a:p>
            <a:pPr marL="0" lvl="0" indent="0" algn="l">
              <a:lnSpc>
                <a:spcPts val="1299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SETTINGS</a:t>
            </a:r>
          </a:p>
        </p:txBody>
      </p:sp>
      <p:sp>
        <p:nvSpPr>
          <p:cNvPr id="13" name="Freeform 13"/>
          <p:cNvSpPr/>
          <p:nvPr/>
        </p:nvSpPr>
        <p:spPr>
          <a:xfrm rot="9327549" flipV="1">
            <a:off x="12878293" y="-1496410"/>
            <a:ext cx="5431583" cy="5636548"/>
          </a:xfrm>
          <a:custGeom>
            <a:avLst/>
            <a:gdLst/>
            <a:ahLst/>
            <a:cxnLst/>
            <a:rect l="l" t="t" r="r" b="b"/>
            <a:pathLst>
              <a:path w="5431583" h="5636548">
                <a:moveTo>
                  <a:pt x="0" y="5636548"/>
                </a:moveTo>
                <a:lnTo>
                  <a:pt x="5431583" y="5636548"/>
                </a:lnTo>
                <a:lnTo>
                  <a:pt x="5431583" y="0"/>
                </a:lnTo>
                <a:lnTo>
                  <a:pt x="0" y="0"/>
                </a:lnTo>
                <a:lnTo>
                  <a:pt x="0" y="5636548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4580520" flipV="1">
            <a:off x="12917664" y="6393303"/>
            <a:ext cx="5325344" cy="5526301"/>
          </a:xfrm>
          <a:custGeom>
            <a:avLst/>
            <a:gdLst/>
            <a:ahLst/>
            <a:cxnLst/>
            <a:rect l="l" t="t" r="r" b="b"/>
            <a:pathLst>
              <a:path w="5325344" h="5526301">
                <a:moveTo>
                  <a:pt x="0" y="5526301"/>
                </a:moveTo>
                <a:lnTo>
                  <a:pt x="5325344" y="5526301"/>
                </a:lnTo>
                <a:lnTo>
                  <a:pt x="5325344" y="0"/>
                </a:lnTo>
                <a:lnTo>
                  <a:pt x="0" y="0"/>
                </a:lnTo>
                <a:lnTo>
                  <a:pt x="0" y="5526301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39264" y="356353"/>
            <a:ext cx="4857047" cy="9610503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273" b="-1273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6116293" y="3314453"/>
            <a:ext cx="14328690" cy="5026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9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ACADEMIC </a:t>
            </a:r>
          </a:p>
          <a:p>
            <a:pPr algn="l">
              <a:lnSpc>
                <a:spcPts val="1299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CREDENTIALS</a:t>
            </a:r>
          </a:p>
          <a:p>
            <a:pPr marL="0" lvl="0" indent="0" algn="l">
              <a:lnSpc>
                <a:spcPts val="12999"/>
              </a:lnSpc>
            </a:pPr>
            <a:endParaRPr lang="en-US" sz="12999" b="1" spc="-389">
              <a:solidFill>
                <a:srgbClr val="F8C95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Freeform 13"/>
          <p:cNvSpPr/>
          <p:nvPr/>
        </p:nvSpPr>
        <p:spPr>
          <a:xfrm rot="9327549" flipV="1">
            <a:off x="12878293" y="-1496410"/>
            <a:ext cx="5431583" cy="5636548"/>
          </a:xfrm>
          <a:custGeom>
            <a:avLst/>
            <a:gdLst/>
            <a:ahLst/>
            <a:cxnLst/>
            <a:rect l="l" t="t" r="r" b="b"/>
            <a:pathLst>
              <a:path w="5431583" h="5636548">
                <a:moveTo>
                  <a:pt x="0" y="5636548"/>
                </a:moveTo>
                <a:lnTo>
                  <a:pt x="5431583" y="5636548"/>
                </a:lnTo>
                <a:lnTo>
                  <a:pt x="5431583" y="0"/>
                </a:lnTo>
                <a:lnTo>
                  <a:pt x="0" y="0"/>
                </a:lnTo>
                <a:lnTo>
                  <a:pt x="0" y="5636548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4580520" flipV="1">
            <a:off x="12917664" y="6393303"/>
            <a:ext cx="5325344" cy="5526301"/>
          </a:xfrm>
          <a:custGeom>
            <a:avLst/>
            <a:gdLst/>
            <a:ahLst/>
            <a:cxnLst/>
            <a:rect l="l" t="t" r="r" b="b"/>
            <a:pathLst>
              <a:path w="5325344" h="5526301">
                <a:moveTo>
                  <a:pt x="0" y="5526301"/>
                </a:moveTo>
                <a:lnTo>
                  <a:pt x="5325344" y="5526301"/>
                </a:lnTo>
                <a:lnTo>
                  <a:pt x="5325344" y="0"/>
                </a:lnTo>
                <a:lnTo>
                  <a:pt x="0" y="0"/>
                </a:lnTo>
                <a:lnTo>
                  <a:pt x="0" y="5526301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369199" y="455864"/>
            <a:ext cx="4857047" cy="9610503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273" b="-1273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664153" y="3852675"/>
            <a:ext cx="10400744" cy="33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99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SECURITY</a:t>
            </a:r>
          </a:p>
          <a:p>
            <a:pPr marL="0" lvl="0" indent="0" algn="just">
              <a:lnSpc>
                <a:spcPts val="1299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 PRIVACY</a:t>
            </a:r>
          </a:p>
        </p:txBody>
      </p:sp>
      <p:sp>
        <p:nvSpPr>
          <p:cNvPr id="13" name="Freeform 13"/>
          <p:cNvSpPr/>
          <p:nvPr/>
        </p:nvSpPr>
        <p:spPr>
          <a:xfrm rot="5617021" flipV="1">
            <a:off x="-711104" y="-1590800"/>
            <a:ext cx="5436929" cy="5642096"/>
          </a:xfrm>
          <a:custGeom>
            <a:avLst/>
            <a:gdLst/>
            <a:ahLst/>
            <a:cxnLst/>
            <a:rect l="l" t="t" r="r" b="b"/>
            <a:pathLst>
              <a:path w="5436929" h="5642096">
                <a:moveTo>
                  <a:pt x="0" y="5642096"/>
                </a:moveTo>
                <a:lnTo>
                  <a:pt x="5436929" y="5642096"/>
                </a:lnTo>
                <a:lnTo>
                  <a:pt x="5436929" y="0"/>
                </a:lnTo>
                <a:lnTo>
                  <a:pt x="0" y="0"/>
                </a:lnTo>
                <a:lnTo>
                  <a:pt x="0" y="5642096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733715" flipV="1">
            <a:off x="-1453356" y="5455766"/>
            <a:ext cx="5436929" cy="5642096"/>
          </a:xfrm>
          <a:custGeom>
            <a:avLst/>
            <a:gdLst/>
            <a:ahLst/>
            <a:cxnLst/>
            <a:rect l="l" t="t" r="r" b="b"/>
            <a:pathLst>
              <a:path w="5436929" h="5642096">
                <a:moveTo>
                  <a:pt x="0" y="5642096"/>
                </a:moveTo>
                <a:lnTo>
                  <a:pt x="5436929" y="5642096"/>
                </a:lnTo>
                <a:lnTo>
                  <a:pt x="5436929" y="0"/>
                </a:lnTo>
                <a:lnTo>
                  <a:pt x="0" y="0"/>
                </a:lnTo>
                <a:lnTo>
                  <a:pt x="0" y="5642096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814178" y="92730"/>
            <a:ext cx="5132416" cy="10155366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273" b="-1273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980241" y="512828"/>
            <a:ext cx="14328690" cy="1730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999"/>
              </a:lnSpc>
            </a:pPr>
            <a:r>
              <a:rPr lang="en-US" sz="12999" b="1" spc="-389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FAQS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704853"/>
            <a:ext cx="1432869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1" spc="-89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do I reset my portal password?</a:t>
            </a:r>
          </a:p>
          <a:p>
            <a:pPr marL="0" lvl="0" indent="0" algn="l">
              <a:lnSpc>
                <a:spcPts val="3000"/>
              </a:lnSpc>
            </a:pPr>
            <a:endParaRPr lang="en-US" sz="3000" b="1" spc="-89">
              <a:solidFill>
                <a:srgbClr val="FCFCF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4011559"/>
            <a:ext cx="1432869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1" spc="-89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do I submit student grades?</a:t>
            </a:r>
          </a:p>
          <a:p>
            <a:pPr marL="0" lvl="0" indent="0" algn="l">
              <a:lnSpc>
                <a:spcPts val="3000"/>
              </a:lnSpc>
            </a:pPr>
            <a:endParaRPr lang="en-US" sz="3000" b="1" spc="-89">
              <a:solidFill>
                <a:srgbClr val="FCFCF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5318332"/>
            <a:ext cx="1432869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1" spc="-89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can I see my teaching schedule?</a:t>
            </a:r>
          </a:p>
          <a:p>
            <a:pPr marL="0" lvl="0" indent="0" algn="l">
              <a:lnSpc>
                <a:spcPts val="3000"/>
              </a:lnSpc>
            </a:pPr>
            <a:endParaRPr lang="en-US" sz="3000" b="1" spc="-89">
              <a:solidFill>
                <a:srgbClr val="FCFCF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79981" y="6560633"/>
            <a:ext cx="1432869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1" spc="-89">
                <a:solidFill>
                  <a:srgbClr val="FCFC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do I request a leave of absence?</a:t>
            </a:r>
          </a:p>
          <a:p>
            <a:pPr marL="0" lvl="0" indent="0" algn="l">
              <a:lnSpc>
                <a:spcPts val="3000"/>
              </a:lnSpc>
            </a:pPr>
            <a:endParaRPr lang="en-US" sz="3000" b="1" spc="-89">
              <a:solidFill>
                <a:srgbClr val="FCFCF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7" name="Freeform 17"/>
          <p:cNvSpPr/>
          <p:nvPr/>
        </p:nvSpPr>
        <p:spPr>
          <a:xfrm rot="3068364" flipH="1" flipV="1">
            <a:off x="15161347" y="2167854"/>
            <a:ext cx="5040079" cy="5230271"/>
          </a:xfrm>
          <a:custGeom>
            <a:avLst/>
            <a:gdLst/>
            <a:ahLst/>
            <a:cxnLst/>
            <a:rect l="l" t="t" r="r" b="b"/>
            <a:pathLst>
              <a:path w="5040079" h="5230271">
                <a:moveTo>
                  <a:pt x="5040079" y="5230270"/>
                </a:moveTo>
                <a:lnTo>
                  <a:pt x="0" y="5230270"/>
                </a:lnTo>
                <a:lnTo>
                  <a:pt x="0" y="0"/>
                </a:lnTo>
                <a:lnTo>
                  <a:pt x="5040079" y="0"/>
                </a:lnTo>
                <a:lnTo>
                  <a:pt x="5040079" y="523027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375503" y="5000357"/>
            <a:ext cx="5841795" cy="11558995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9953" t="-44812" r="-20406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2138281" y="2911970"/>
            <a:ext cx="15425819" cy="198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299"/>
              </a:lnSpc>
            </a:pPr>
            <a:r>
              <a:rPr lang="en-US" sz="12999" b="1" spc="675">
                <a:solidFill>
                  <a:srgbClr val="D4AF37"/>
                </a:solidFill>
                <a:latin typeface="Telegraf Bold"/>
                <a:ea typeface="Telegraf Bold"/>
                <a:cs typeface="Telegraf Bold"/>
                <a:sym typeface="Telegraf Bold"/>
              </a:rPr>
              <a:t>FINISHED?</a:t>
            </a:r>
          </a:p>
        </p:txBody>
      </p:sp>
      <p:sp>
        <p:nvSpPr>
          <p:cNvPr id="13" name="Freeform 13"/>
          <p:cNvSpPr/>
          <p:nvPr/>
        </p:nvSpPr>
        <p:spPr>
          <a:xfrm rot="3280277" flipH="1" flipV="1">
            <a:off x="13418965" y="5135292"/>
            <a:ext cx="5040079" cy="5230271"/>
          </a:xfrm>
          <a:custGeom>
            <a:avLst/>
            <a:gdLst/>
            <a:ahLst/>
            <a:cxnLst/>
            <a:rect l="l" t="t" r="r" b="b"/>
            <a:pathLst>
              <a:path w="5040079" h="5230271">
                <a:moveTo>
                  <a:pt x="5040079" y="5230270"/>
                </a:moveTo>
                <a:lnTo>
                  <a:pt x="0" y="5230270"/>
                </a:lnTo>
                <a:lnTo>
                  <a:pt x="0" y="0"/>
                </a:lnTo>
                <a:lnTo>
                  <a:pt x="5040079" y="0"/>
                </a:lnTo>
                <a:lnTo>
                  <a:pt x="5040079" y="523027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3068364" flipH="1" flipV="1">
            <a:off x="432576" y="-1795320"/>
            <a:ext cx="5040079" cy="5230271"/>
          </a:xfrm>
          <a:custGeom>
            <a:avLst/>
            <a:gdLst/>
            <a:ahLst/>
            <a:cxnLst/>
            <a:rect l="l" t="t" r="r" b="b"/>
            <a:pathLst>
              <a:path w="5040079" h="5230271">
                <a:moveTo>
                  <a:pt x="5040080" y="5230271"/>
                </a:moveTo>
                <a:lnTo>
                  <a:pt x="0" y="5230271"/>
                </a:lnTo>
                <a:lnTo>
                  <a:pt x="0" y="0"/>
                </a:lnTo>
                <a:lnTo>
                  <a:pt x="5040080" y="0"/>
                </a:lnTo>
                <a:lnTo>
                  <a:pt x="5040080" y="5230271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967191" y="723900"/>
            <a:ext cx="4626893" cy="9060658"/>
            <a:chOff x="0" y="0"/>
            <a:chExt cx="2620010" cy="518287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87176"/>
              <a:ext cx="2250453" cy="4945834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0662" b="-1391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92342" y="3883403"/>
            <a:ext cx="9084352" cy="3378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999"/>
              </a:lnSpc>
            </a:pPr>
            <a:r>
              <a:rPr lang="en-US" sz="12999" b="1" spc="-389" dirty="0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 OUT</a:t>
            </a:r>
          </a:p>
          <a:p>
            <a:pPr algn="ctr">
              <a:lnSpc>
                <a:spcPts val="12999"/>
              </a:lnSpc>
              <a:spcBef>
                <a:spcPct val="0"/>
              </a:spcBef>
            </a:pPr>
            <a:r>
              <a:rPr lang="en-US" sz="12999" b="1" spc="-389" dirty="0">
                <a:solidFill>
                  <a:srgbClr val="F8C9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ACCOUNT</a:t>
            </a:r>
          </a:p>
        </p:txBody>
      </p:sp>
      <p:sp>
        <p:nvSpPr>
          <p:cNvPr id="13" name="Freeform 13"/>
          <p:cNvSpPr/>
          <p:nvPr/>
        </p:nvSpPr>
        <p:spPr>
          <a:xfrm rot="5065613" flipH="1" flipV="1">
            <a:off x="-208434" y="7217165"/>
            <a:ext cx="3745175" cy="3886503"/>
          </a:xfrm>
          <a:custGeom>
            <a:avLst/>
            <a:gdLst/>
            <a:ahLst/>
            <a:cxnLst/>
            <a:rect l="l" t="t" r="r" b="b"/>
            <a:pathLst>
              <a:path w="3745175" h="3886503">
                <a:moveTo>
                  <a:pt x="3745175" y="3886503"/>
                </a:moveTo>
                <a:lnTo>
                  <a:pt x="0" y="3886503"/>
                </a:lnTo>
                <a:lnTo>
                  <a:pt x="0" y="0"/>
                </a:lnTo>
                <a:lnTo>
                  <a:pt x="3745175" y="0"/>
                </a:lnTo>
                <a:lnTo>
                  <a:pt x="3745175" y="3886503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702067" flipH="1" flipV="1">
            <a:off x="146000" y="-848631"/>
            <a:ext cx="3722720" cy="3863200"/>
          </a:xfrm>
          <a:custGeom>
            <a:avLst/>
            <a:gdLst/>
            <a:ahLst/>
            <a:cxnLst/>
            <a:rect l="l" t="t" r="r" b="b"/>
            <a:pathLst>
              <a:path w="3722720" h="3863200">
                <a:moveTo>
                  <a:pt x="3722720" y="3863200"/>
                </a:moveTo>
                <a:lnTo>
                  <a:pt x="0" y="3863200"/>
                </a:lnTo>
                <a:lnTo>
                  <a:pt x="0" y="0"/>
                </a:lnTo>
                <a:lnTo>
                  <a:pt x="3722720" y="0"/>
                </a:lnTo>
                <a:lnTo>
                  <a:pt x="3722720" y="386320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90996" y="1991436"/>
            <a:ext cx="11917393" cy="6095616"/>
            <a:chOff x="0" y="266700"/>
            <a:chExt cx="15889858" cy="8127488"/>
          </a:xfrm>
        </p:grpSpPr>
        <p:sp>
          <p:nvSpPr>
            <p:cNvPr id="3" name="TextBox 3"/>
            <p:cNvSpPr txBox="1"/>
            <p:nvPr/>
          </p:nvSpPr>
          <p:spPr>
            <a:xfrm>
              <a:off x="0" y="266700"/>
              <a:ext cx="12967573" cy="61408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7510"/>
                </a:lnSpc>
              </a:pPr>
              <a:r>
                <a:rPr lang="en-US" sz="17000" b="1" spc="-510">
                  <a:solidFill>
                    <a:srgbClr val="E9B83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Teacher App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912585"/>
              <a:ext cx="15889858" cy="14816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303"/>
                </a:lnSpc>
              </a:pPr>
              <a:r>
                <a:rPr lang="en-US" sz="6840" b="1" spc="738" dirty="0">
                  <a:solidFill>
                    <a:srgbClr val="41862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COLLEGIO DE ALICIA</a:t>
              </a:r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992286" y="756443"/>
            <a:ext cx="4654846" cy="9210413"/>
            <a:chOff x="0" y="0"/>
            <a:chExt cx="2620010" cy="5184140"/>
          </a:xfrm>
        </p:grpSpPr>
        <p:sp>
          <p:nvSpPr>
            <p:cNvPr id="6" name="Freeform 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1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4566" r="-3063" b="-1416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89</Words>
  <Application>Microsoft Office PowerPoint</Application>
  <PresentationFormat>Custom</PresentationFormat>
  <Paragraphs>42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Telegraf Bold</vt:lpstr>
      <vt:lpstr>Arial</vt:lpstr>
      <vt:lpstr>Montserrat Bold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teacher app final ppt</dc:title>
  <cp:lastModifiedBy>Administrator</cp:lastModifiedBy>
  <cp:revision>3</cp:revision>
  <dcterms:created xsi:type="dcterms:W3CDTF">2006-08-16T00:00:00Z</dcterms:created>
  <dcterms:modified xsi:type="dcterms:W3CDTF">2026-05-19T17:13:16Z</dcterms:modified>
  <dc:identifier>DAHKIBZV9Vw</dc:identifier>
</cp:coreProperties>
</file>